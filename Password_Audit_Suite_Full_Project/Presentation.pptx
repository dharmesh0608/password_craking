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Password Audit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Controlled password security teaching lab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Python CLI, local samples, report, and bounded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Problem and 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Predictable passwords increase account exposure.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The lab makes weak patterns and audit recommendations visible.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All examples use disposable, synthetic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Project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Dictionary generator: case, leet, and appended patterns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Hash inspector: recognizes sample formats and ambiguity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Simulator: capped local comparison of lab values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Analyzer and report: flags weaknesses without plaintext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1. Enter disposable lab data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2. Generate bounded candidate variants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3. Inspect sample hash formats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4. Simulate local attempts and analyze examples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5. Export redacted JSON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Sample audit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Four sample passwords assessed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Two flagged weak for short or predictable patterns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Two longer samples rated stronger by a basic heuristic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Ratings do not guarantee resistance to compromise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Captured lab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_simulation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10515600" cy="24478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How to interpret time estimates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Search space = alphabet size raised to password length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Average guesses = half of search space, under uniform choice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Chosen guesses per second is illustrative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Real outcomes depend on rate limits and hash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Defensive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Use unique passwords with a password manager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Enable multifactor authentication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Apply rate limits and monitor sign-in attempts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Store server passwords using salted adaptive hashing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Boundaries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No OS hive export or live service authentication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Simulator caps attempts at 100,000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Entropy estimate overstates human chosen passwords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No real-world cracking benchmarks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E1A2D"/>
                </a:solidFill>
                <a:latin typeface="Aptos"/>
              </a:defRPr>
            </a:pPr>
            <a:r>
              <a:t>Demonstration and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54864"/>
          </a:xfrm>
          <a:prstGeom prst="rect">
            <a:avLst/>
          </a:prstGeom>
          <a:solidFill>
            <a:srgbClr val="00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7899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Run the report and inspect its redacted findings.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Run all six automated checks.</a:t>
            </a:r>
          </a:p>
          <a:p>
            <a:pPr>
              <a:spcAft>
                <a:spcPts val="1300"/>
              </a:spcAft>
              <a:defRPr sz="2400" b="0">
                <a:solidFill>
                  <a:srgbClr val="1C2939"/>
                </a:solidFill>
                <a:latin typeface="Aptos"/>
              </a:defRPr>
            </a:pPr>
            <a:r>
              <a:t>Discuss why offline storage protection and online rate limits differ.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